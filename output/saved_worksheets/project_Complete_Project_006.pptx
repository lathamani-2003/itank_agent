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9" r:id="rId55"/>
    <p:sldId id="430" r:id="rId56"/>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microsoft.com/office/2007/relationships/hdphoto" Target="../media/hdphoto1.wdp"/><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 Id="rId9" Type="http://schemas.openxmlformats.org/officeDocument/2006/relationships/image" Target="../media/image19.jpeg"/><Relationship Id="rId10"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png"/><Relationship Id="rId6"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4.png"/><Relationship Id="rId5" Type="http://schemas.openxmlformats.org/officeDocument/2006/relationships/image" Target="../media/image47.png"/><Relationship Id="rId6"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e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jpe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jpeg"/><Relationship Id="rId11" Type="http://schemas.openxmlformats.org/officeDocument/2006/relationships/image" Target="../media/image64.jpeg"/><Relationship Id="rId12" Type="http://schemas.openxmlformats.org/officeDocument/2006/relationships/image" Target="../media/image65.jpeg"/><Relationship Id="rId13" Type="http://schemas.openxmlformats.org/officeDocument/2006/relationships/image" Target="../media/image66.jpeg"/><Relationship Id="rId14" Type="http://schemas.openxmlformats.org/officeDocument/2006/relationships/image" Target="../media/image67.png"/><Relationship Id="rId15" Type="http://schemas.openxmlformats.org/officeDocument/2006/relationships/image" Target="../media/image68.jpeg"/><Relationship Id="rId16" Type="http://schemas.openxmlformats.org/officeDocument/2006/relationships/image" Target="../media/image69.jpeg"/><Relationship Id="rId17" Type="http://schemas.openxmlformats.org/officeDocument/2006/relationships/image" Target="../media/image70.jpeg"/><Relationship Id="rId18" Type="http://schemas.openxmlformats.org/officeDocument/2006/relationships/image" Target="../media/image71.jpeg"/><Relationship Id="rId19" Type="http://schemas.openxmlformats.org/officeDocument/2006/relationships/image" Target="../media/image72.png"/><Relationship Id="rId20" Type="http://schemas.openxmlformats.org/officeDocument/2006/relationships/image" Target="../media/image73.jpeg"/><Relationship Id="rId21" Type="http://schemas.openxmlformats.org/officeDocument/2006/relationships/image" Target="../media/image74.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eg"/><Relationship Id="rId3" Type="http://schemas.openxmlformats.org/officeDocument/2006/relationships/image" Target="../media/image76.png"/><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eg"/><Relationship Id="rId10" Type="http://schemas.openxmlformats.org/officeDocument/2006/relationships/image" Target="../media/image83.jpeg"/><Relationship Id="rId11" Type="http://schemas.openxmlformats.org/officeDocument/2006/relationships/image" Target="../media/image84.jpe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jpeg"/><Relationship Id="rId15" Type="http://schemas.openxmlformats.org/officeDocument/2006/relationships/image" Target="../media/image88.jpeg"/><Relationship Id="rId16" Type="http://schemas.openxmlformats.org/officeDocument/2006/relationships/image" Target="../media/image89.jpeg"/><Relationship Id="rId17" Type="http://schemas.openxmlformats.org/officeDocument/2006/relationships/image" Target="../media/image90.png"/><Relationship Id="rId18" Type="http://schemas.openxmlformats.org/officeDocument/2006/relationships/image" Target="../media/image4.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image" Target="../media/image93.pn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5.png"/><Relationship Id="rId4" Type="http://schemas.openxmlformats.org/officeDocument/2006/relationships/image" Target="../media/image96.jpeg"/><Relationship Id="rId5" Type="http://schemas.openxmlformats.org/officeDocument/2006/relationships/image" Target="../media/image97.jpe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jpe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jpeg"/><Relationship Id="rId12" Type="http://schemas.openxmlformats.org/officeDocument/2006/relationships/image" Target="../media/image104.jpeg"/><Relationship Id="rId13" Type="http://schemas.openxmlformats.org/officeDocument/2006/relationships/image" Target="../media/image105.jpeg"/><Relationship Id="rId14" Type="http://schemas.openxmlformats.org/officeDocument/2006/relationships/image" Target="../media/image106.jpeg"/><Relationship Id="rId15" Type="http://schemas.openxmlformats.org/officeDocument/2006/relationships/image" Target="../media/image107.jpeg"/><Relationship Id="rId16" Type="http://schemas.openxmlformats.org/officeDocument/2006/relationships/image" Target="../media/image108.jpeg"/><Relationship Id="rId17" Type="http://schemas.openxmlformats.org/officeDocument/2006/relationships/image" Target="../media/image109.jpeg"/><Relationship Id="rId18" Type="http://schemas.openxmlformats.org/officeDocument/2006/relationships/image" Target="../media/image110.jpeg"/><Relationship Id="rId19" Type="http://schemas.openxmlformats.org/officeDocument/2006/relationships/image" Target="../media/image4.png"/><Relationship Id="rId20" Type="http://schemas.openxmlformats.org/officeDocument/2006/relationships/image" Target="../media/image111.png"/><Relationship Id="rId21" Type="http://schemas.openxmlformats.org/officeDocument/2006/relationships/image" Target="../media/image112.png"/><Relationship Id="rId22" Type="http://schemas.openxmlformats.org/officeDocument/2006/relationships/image" Target="../media/image113.png"/><Relationship Id="rId23"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4.jpeg"/><Relationship Id="rId4" Type="http://schemas.openxmlformats.org/officeDocument/2006/relationships/image" Target="../media/image115.jpeg"/><Relationship Id="rId5" Type="http://schemas.openxmlformats.org/officeDocument/2006/relationships/image" Target="../media/image116.png"/><Relationship Id="rId6" Type="http://schemas.openxmlformats.org/officeDocument/2006/relationships/image" Target="../media/image117.jpeg"/><Relationship Id="rId7" Type="http://schemas.openxmlformats.org/officeDocument/2006/relationships/image" Target="../media/image118.jpeg"/><Relationship Id="rId8" Type="http://schemas.openxmlformats.org/officeDocument/2006/relationships/image" Target="../media/image119.jpe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jpeg"/><Relationship Id="rId16" Type="http://schemas.openxmlformats.org/officeDocument/2006/relationships/image" Target="../media/image127.jpeg"/><Relationship Id="rId17" Type="http://schemas.openxmlformats.org/officeDocument/2006/relationships/image" Target="../media/image88.jpeg"/><Relationship Id="rId18" Type="http://schemas.openxmlformats.org/officeDocument/2006/relationships/image" Target="../media/image65.jpeg"/><Relationship Id="rId19" Type="http://schemas.openxmlformats.org/officeDocument/2006/relationships/image" Target="../media/image128.png"/><Relationship Id="rId20" Type="http://schemas.openxmlformats.org/officeDocument/2006/relationships/image" Target="../media/image129.jpeg"/><Relationship Id="rId21" Type="http://schemas.openxmlformats.org/officeDocument/2006/relationships/image" Target="../media/image130.png"/><Relationship Id="rId22" Type="http://schemas.openxmlformats.org/officeDocument/2006/relationships/image" Target="../media/image131.png"/><Relationship Id="rId23" Type="http://schemas.openxmlformats.org/officeDocument/2006/relationships/image" Target="../media/image132.jpeg"/><Relationship Id="rId24" Type="http://schemas.openxmlformats.org/officeDocument/2006/relationships/image" Target="../media/image133.jpeg"/><Relationship Id="rId25" Type="http://schemas.openxmlformats.org/officeDocument/2006/relationships/image" Target="../media/image134.png"/><Relationship Id="rId26"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jpe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realtech.in/" TargetMode="Externa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61" name="RTS_GENERATED_DIAGRAM::worksheet_1" descr="image.png"/>
          <p:cNvPicPr>
            <a:picLocks noChangeAspect="1"/>
          </p:cNvPicPr>
          <p:nvPr/>
        </p:nvPicPr>
        <p:blipFill>
          <a:blip r:embed="rId5"/>
          <a:stretch>
            <a:fillRect/>
          </a:stretch>
        </p:blipFill>
        <p:spPr>
          <a:xfrm>
            <a:off x="1420876" y="1097280"/>
            <a:ext cx="9347200" cy="5257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TS_PRICE_DETAILS::worksheet_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